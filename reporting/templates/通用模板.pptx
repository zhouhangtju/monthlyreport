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e" initials="l" lastIdx="0" clrIdx="0"/>
  <p:cmAuthor id="2" name="未知用户80" initials="" lastIdx="0" clrIdx="1"/>
  <p:cmAuthor id="3" name="lenovo" initials="l" lastIdx="0" clrIdx="2"/>
  <p:cmAuthor id="4" name="Harry xu" initials="" lastIdx="0" clrIdx="3"/>
  <p:cmAuthor id="5" name="王珂" initials="王" lastIdx="0" clrIdx="4"/>
  <p:cmAuthor id="6" name="许贝旎" initials="许" lastIdx="0" clrIdx="5"/>
  <p:cmAuthor id="7" name="未知用户35" initials="未" lastIdx="0" clrIdx="6"/>
  <p:cmAuthor id="8" name="刘家玮" initials="刘" lastIdx="0" clrIdx="7"/>
  <p:cmAuthor id="9" name="未知用户111" initials="未" lastIdx="0" clrIdx="8"/>
  <p:cmAuthor id="10" name="xuruoyun" initials="x" lastIdx="0" clrIdx="9"/>
  <p:cmAuthor id="11" name="le" initials="l" lastIdx="0" clrIdx="10"/>
  <p:cmAuthor id="12" name="莫霄雁" initials="" lastIdx="0" clrIdx="11"/>
  <p:cmAuthor id="13" name="23" initials="2" lastIdx="0" clrIdx="12"/>
  <p:cmAuthor id="14" name="Steve Thorne" initials="S" lastIdx="0" clrIdx="13"/>
  <p:cmAuthor id="15" name="yuanzhu" initials="y" lastIdx="0" clrIdx="14"/>
  <p:cmAuthor id="16" name="张 少峰" initials="张" lastIdx="0" clrIdx="15"/>
  <p:cmAuthor id="17" name="朱磊" initials="朱" lastIdx="0" clrIdx="16"/>
  <p:cmAuthor id="18" name="15520" initials="1" lastIdx="0" clrIdx="17"/>
  <p:cmAuthor id="19" name="杨国" initials="杨" lastIdx="0" clrIdx="18"/>
  <p:cmAuthor id="20" name="KZY" initials="K" lastIdx="0" clrIdx="19"/>
  <p:cmAuthor id="21" name="lixiaolong3@sx.cmcc" initials="l" lastIdx="0" clrIdx="20"/>
  <p:cmAuthor id="22" name="13686" initials="1" lastIdx="0" clrIdx="21"/>
  <p:cmAuthor id="23" name="周辉" initials="周" lastIdx="0" clrIdx="22"/>
  <p:cmAuthor id="24" name="俞悦|yuyue9" initials="俞悦" lastIdx="0" clrIdx="23"/>
  <p:cmAuthor id="25" name="sx_xuzx" initials="s" lastIdx="0" clrIdx="24"/>
  <p:cmAuthor id="26" name="tplife" initials="t" lastIdx="0" clrIdx="25"/>
  <p:cmAuthor id="27" name="孟 昕" initials="孟" lastIdx="0" clrIdx="26"/>
  <p:cmAuthor id="28" name="吕扬杰|lvyangjie" initials="吕扬杰" lastIdx="0" clrIdx="27"/>
  <p:cmAuthor id="29" name="蔡建楠" initials="caijianna" lastIdx="0" clrIdx="28"/>
  <p:cmAuthor id="30" name="10009110" initials="1" lastIdx="0" clrIdx="29"/>
  <p:cmAuthor id="31" name="cmcc" initials="c" lastIdx="0" clrIdx="30"/>
  <p:cmAuthor id="32" name="zhenghangsong" initials="z" lastIdx="0" clrIdx="31"/>
  <p:cmAuthor id="33" name="10270945" initials="1" lastIdx="0" clrIdx="32"/>
  <p:cmAuthor id="34" name="zrf" initials="zrf" lastIdx="0" clrIdx="33"/>
  <p:cmAuthor id="35" name="Hou Yingfeng" initials="H" lastIdx="0" clrIdx="34"/>
  <p:cmAuthor id="36" name="王平聪|tzwpc" initials="王平聪" lastIdx="0" clrIdx="35"/>
  <p:cmAuthor id="37" name="10056791" initials="ZTE" lastIdx="0" clrIdx="36"/>
  <p:cmAuthor id="38" name="Author" initials="A" lastIdx="0" clrIdx="37"/>
  <p:cmAuthor id="39" name="Qlstc" initials="Q" lastIdx="0" clrIdx="38"/>
  <p:cmAuthor id="40" name="泾伦" initials="泾伦" lastIdx="0" clrIdx="39"/>
  <p:cmAuthor id="41" name="Y Y" initials="YY" lastIdx="0" clrIdx="40"/>
  <p:cmAuthor id="42" name="Caixiaojin" initials="C" lastIdx="0" clrIdx="41"/>
  <p:cmAuthor id="43" name="Microsoft 帐户" initials="M帐" lastIdx="0" clrIdx="42"/>
  <p:cmAuthor id="44" name="gulib" initials="g" lastIdx="0" clrIdx="43"/>
  <p:cmAuthor id="45" name="赵欣" initials="zx" lastIdx="0" clrIdx="44"/>
  <p:cmAuthor id="46" name="王健|qzwj" initials="王健" lastIdx="0" clrIdx="45"/>
  <p:cmAuthor id="47" name="李菁|lijing7" initials="李菁" lastIdx="0" clrIdx="46"/>
  <p:cmAuthor id="48" name="周玲宇|zhoulykf" initials="周玲宇" lastIdx="0" clrIdx="47"/>
  <p:cmAuthor id="49" name="hjl" initials="h" lastIdx="0" clrIdx="48"/>
  <p:cmAuthor id="50" name="Microsoft Office 用户" initials="MO用 [8] [6]" lastIdx="0" clrIdx="49"/>
  <p:cmAuthor id="51" name="leilinghong" initials="l" lastIdx="0" clrIdx="50"/>
  <p:cmAuthor id="52" name="赵琦" initials="赵" lastIdx="0" clrIdx="51"/>
  <p:cmAuthor id="53" name="干田|gantian" initials="干田" lastIdx="0" clrIdx="52"/>
  <p:cmAuthor id="54" name="沈霄雷" initials="沈" lastIdx="0" clrIdx="53"/>
  <p:cmAuthor id="55" name="番茄花园" initials="番" lastIdx="0" clrIdx="54"/>
  <p:cmAuthor id="56" name="kevin.huang" initials="k" lastIdx="0" clrIdx="55"/>
  <p:cmAuthor id="57" name="陆佳|lujia1" initials="陆佳" lastIdx="0" clrIdx="56"/>
  <p:cmAuthor id="58" name="dell" initials="d" lastIdx="0" clrIdx="57"/>
  <p:cmAuthor id="59" name="peter" initials="p" lastIdx="0" clrIdx="58"/>
  <p:cmAuthor id="60" name="何已龙" initials="何" lastIdx="0" clrIdx="59"/>
  <p:cmAuthor id="61" name="shiheyun@zj.cmcc" initials="shiheyun@zj.cmcc" lastIdx="0" clrIdx="60"/>
  <p:cmAuthor id="62" name="未知用户6" initials="未" lastIdx="0" clrIdx="61"/>
  <p:cmAuthor id="63" name="未知用户8" initials="未" lastIdx="0" clrIdx="62"/>
  <p:cmAuthor id="64" name="Cmit" initials="C" lastIdx="0" clrIdx="63"/>
  <p:cmAuthor id="65" name="未知用户9" initials="未" lastIdx="0" clrIdx="64"/>
  <p:cmAuthor id="66" name="未知用户17" initials="未" lastIdx="0" clrIdx="65"/>
  <p:cmAuthor id="67" name="未知用户18" initials="未" lastIdx="0" clrIdx="66"/>
  <p:cmAuthor id="68" name="未知用户20" initials="未" lastIdx="0" clrIdx="67"/>
  <p:cmAuthor id="69" name="未知用户19" initials="未" lastIdx="0" clrIdx="68"/>
  <p:cmAuthor id="70" name="未知用户21" initials="未" lastIdx="0" clrIdx="69"/>
  <p:cmAuthor id="71" name="未知用户14" initials="未" lastIdx="0" clrIdx="70"/>
  <p:cmAuthor id="72" name="未知用户15" initials="未" lastIdx="0" clrIdx="71"/>
  <p:cmAuthor id="73" name="xmyn" initials="x" lastIdx="0" clrIdx="72"/>
  <p:cmAuthor id="74" name="郝崇" initials="郝" lastIdx="0" clrIdx="73"/>
  <p:cmAuthor id="75" name="吴杰" initials="吴" lastIdx="0" clrIdx="74"/>
  <p:cmAuthor id="76" name="刘丽仙" initials="刘" lastIdx="0" clrIdx="75"/>
  <p:cmAuthor id="77" name="罗彬" initials="罗" lastIdx="0" clrIdx="76"/>
  <p:cmAuthor id="78" name="杨艳霞" initials="杨" lastIdx="0" clrIdx="77"/>
  <p:cmAuthor id="79" name="未知的使用者42" initials="" lastIdx="0" clrIdx="78"/>
  <p:cmAuthor id="80" name="未定义" initials="未" lastIdx="0" clrIdx="79"/>
  <p:cmAuthor id="81" name="rq fan" initials="r" lastIdx="0" clrIdx="80"/>
  <p:cmAuthor id="82" name="dingbo" initials="d" lastIdx="0" clrIdx="81"/>
  <p:cmAuthor id="83" name="李永欣" initials="李" lastIdx="0" clrIdx="82"/>
  <p:cmAuthor id="84" name="齐 Mandy" initials="齐" lastIdx="0" clrIdx="83"/>
  <p:cmAuthor id="85" name="w x" initials="wx" lastIdx="0" clrIdx="84"/>
  <p:cmAuthor id="86" name="未知用户23" initials="未" lastIdx="0" clrIdx="85"/>
  <p:cmAuthor id="87" name="未知用户24" initials="未" lastIdx="0" clrIdx="86"/>
  <p:cmAuthor id="88" name="未知用户25" initials="未" lastIdx="0" clrIdx="87"/>
  <p:cmAuthor id="89" name="未知用户26" initials="未" lastIdx="0" clrIdx="88"/>
  <p:cmAuthor id="90" name="未知用户27" initials="未" lastIdx="0" clrIdx="89"/>
  <p:cmAuthor id="91" name="未知用户28" initials="未" lastIdx="0" clrIdx="90"/>
  <p:cmAuthor id="92" name="未知用户29" initials="未" lastIdx="0" clrIdx="91"/>
  <p:cmAuthor id="93" name="韩雨" initials="韩" lastIdx="0" clrIdx="92"/>
  <p:cmAuthor id="94" name="陈尚文" initials="陈" lastIdx="0" clrIdx="93"/>
  <p:cmAuthor id="95" name="张宏伟" initials="张" lastIdx="0" clrIdx="94"/>
  <p:cmAuthor id="96" name="Yuan Hu" initials="Y" lastIdx="0" clrIdx="95"/>
  <p:cmAuthor id="97" name="仇怿俊" initials="仇" lastIdx="0" clrIdx="96"/>
  <p:cmAuthor id="98" name="Pei" initials="P" lastIdx="0" clrIdx="97"/>
  <p:cmAuthor id="99" name="Jimmy-Power" initials="J" lastIdx="0" clrIdx="98"/>
  <p:cmAuthor id="100" name="Ying Li" initials="Y" lastIdx="0" clrIdx="99"/>
  <p:cmAuthor id="101" name="罗 罗" initials="罗" lastIdx="0" clrIdx="100"/>
  <p:cmAuthor id="102" name="李威" initials="李" lastIdx="0" clrIdx="101"/>
  <p:cmAuthor id="103" name="范作霖" initials="范" lastIdx="0" clrIdx="102"/>
  <p:cmAuthor id="104" name="李百秋" initials="李" lastIdx="0" clrIdx="103"/>
  <p:cmAuthor id="105" name="张立鑫" initials="张" lastIdx="0" clrIdx="104"/>
  <p:cmAuthor id="106" name="杨静" initials="杨" lastIdx="0" clrIdx="105"/>
  <p:cmAuthor id="107" name="包珊珊" initials="包" lastIdx="0" clrIdx="106"/>
  <p:cmAuthor id="108" name="YuQing" initials="Y" lastIdx="0" clrIdx="107"/>
  <p:cmAuthor id="109" name="Youwen Sun" initials="Y" lastIdx="0" clrIdx="108"/>
  <p:cmAuthor id="110" name="黄通东_MbQvnUvu" initials="authorId_424725045" lastIdx="0" clrIdx="109"/>
  <p:cmAuthor id="111" name="�ǲ�����" initials="�" lastIdx="0" clrIdx="110"/>
  <p:cmAuthor id="112" name="王伟栋_ymIjy2uI" initials="authorId_1008746-10055544" lastIdx="0" clrIdx="111"/>
  <p:cmAuthor id="113" name="牛宏民" initials="牛" lastIdx="0" clrIdx="112"/>
  <p:cmAuthor id="114" name="殷格非" initials="殷" lastIdx="0" clrIdx="113"/>
  <p:cmAuthor id="115" name="金宇峰_BfyebuM3" initials="authorId_1008746-10054633" lastIdx="0" clrIdx="114"/>
  <p:cmAuthor id="116" name="CHN0012081" initials="C" lastIdx="0" clrIdx="115"/>
  <p:cmAuthor id="117" name="z r" initials="zr" lastIdx="0" clrIdx="116"/>
  <p:cmAuthor id="118" name="毛香勤" initials="毛" lastIdx="0" clrIdx="117"/>
  <p:cmAuthor id="119" name="吕苗峰|lumf" initials="吕苗峰" lastIdx="0" clrIdx="118"/>
  <p:cmAuthor id="120" name="dadi" initials="d" lastIdx="0" clrIdx="119"/>
  <p:cmAuthor id="121" name="H H" initials="HH" lastIdx="0" clrIdx="120"/>
  <p:cmAuthor id="122" name="郑廷东" initials="郑" lastIdx="0" clrIdx="121"/>
  <p:cmAuthor id="123" name="苏志博_zUFrqQ3Q" initials="authorId_456263772" lastIdx="0" clrIdx="122"/>
  <p:cmAuthor id="124" name="张田田" initials="张" lastIdx="0" clrIdx="123"/>
  <p:cmAuthor id="125" name="夜尽迟渊_UrQfrmQZ" initials="authorId_501680251" lastIdx="0" clrIdx="124"/>
  <p:cmAuthor id="126" name="杨彦伟" initials="杨" lastIdx="0" clrIdx="125"/>
  <p:cmAuthor id="127" name="王丰_aE3uARfm" initials="authorId_383357774" lastIdx="0" clrIdx="126"/>
  <p:cmAuthor id="128" name="徐光宇" initials="徐" lastIdx="0" clrIdx="127"/>
  <p:cmAuthor id="129" name="方少_UbQfrimU" initials="authorId_442114952" lastIdx="0" clrIdx="128"/>
  <p:cmAuthor id="130" name="mac" initials="m" lastIdx="0" clrIdx="129"/>
  <p:cmAuthor id="131" name="叶盛_Q3A3IfEf" initials="authorId_506280334" lastIdx="0" clrIdx="130"/>
  <p:cmAuthor id="132" name="刘豹" initials="刘" lastIdx="0" clrIdx="131"/>
  <p:cmAuthor id="133" name="Harley._bEJrUJ7r" initials="authorId_432156705" lastIdx="0" clrIdx="132"/>
  <p:cmAuthor id="134" name="张艳芳" initials="张" lastIdx="0" clrIdx="133"/>
  <p:cmAuthor id="135" name="罗平_VB7vJb2E" initials="authorId_305049361" lastIdx="0" clrIdx="134"/>
  <p:cmAuthor id="136" name="王志刚" initials="王" lastIdx="0" clrIdx="135"/>
  <p:cmAuthor id="137" name="xixi_nUjqe22E" initials="authorId_359229261" lastIdx="0" clrIdx="136"/>
  <p:cmAuthor id="138" name="孙大威" initials="孙" lastIdx="0" clrIdx="137"/>
  <p:cmAuthor id="139" name="安安_zm6nYnYZ" initials="authorId_347340296" lastIdx="0" clrIdx="138"/>
  <p:cmAuthor id="140" name="徐杰" initials="徐" lastIdx="0" clrIdx="139"/>
  <p:cmAuthor id="141" name="席美娟" initials="席" lastIdx="0" clrIdx="140"/>
  <p:cmAuthor id="142" name="周君_MfIffYra" initials="authorId_375419134" lastIdx="0" clrIdx="141"/>
  <p:cmAuthor id="143" name="朱海平" initials="朱" lastIdx="0" clrIdx="142"/>
  <p:cmAuthor id="144" name="王景红" initials="王" lastIdx="0" clrIdx="143"/>
  <p:cmAuthor id="145" name="席金煜" initials="席" lastIdx="0" clrIdx="144"/>
  <p:cmAuthor id="146" name="樊佳佳" initials="樊" lastIdx="0" clrIdx="145"/>
  <p:cmAuthor id="147" name="fgx" initials="f" lastIdx="0" clrIdx="146"/>
  <p:cmAuthor id="148" name="郑汝鸿" initials="郑" lastIdx="0" clrIdx="147"/>
  <p:cmAuthor id="149" name="杨秀丰" initials="杨" lastIdx="0" clrIdx="148"/>
  <p:cmAuthor id="150" name="惠莲" initials="惠" lastIdx="0" clrIdx="149"/>
  <p:cmAuthor id="151" name="邢辰凤" initials="邢" lastIdx="0" clrIdx="150"/>
  <p:cmAuthor id="152" name="liang ma" initials="l" lastIdx="0" clrIdx="151"/>
  <p:cmAuthor id="153" name="高永刚" initials="高" lastIdx="0" clrIdx="152"/>
  <p:cmAuthor id="154" name="未知用户46" initials="未" lastIdx="0" clrIdx="153"/>
  <p:cmAuthor id="155" name="未知用户47" initials="未" lastIdx="0" clrIdx="154"/>
  <p:cmAuthor id="156" name="未知用户42" initials="未" lastIdx="0" clrIdx="155"/>
  <p:cmAuthor id="157" name="未知用户43" initials="未" lastIdx="0" clrIdx="156"/>
  <p:cmAuthor id="158" name="未知用户48" initials="未" lastIdx="0" clrIdx="157"/>
  <p:cmAuthor id="159" name="未知用户49" initials="未" lastIdx="0" clrIdx="158"/>
  <p:cmAuthor id="160" name="未知用户50" initials="未" lastIdx="0" clrIdx="159"/>
  <p:cmAuthor id="161" name="未知用户51" initials="未" lastIdx="0" clrIdx="160"/>
  <p:cmAuthor id="162" name="未知用户52" initials="未" lastIdx="0" clrIdx="161"/>
  <p:cmAuthor id="163" name="未知用户53" initials="未" lastIdx="0" clrIdx="162"/>
  <p:cmAuthor id="164" name="未知用户54" initials="未" lastIdx="0" clrIdx="163"/>
  <p:cmAuthor id="165" name="未知用户55" initials="未" lastIdx="0" clrIdx="164"/>
  <p:cmAuthor id="166" name="未知用户56" initials="未" lastIdx="0" clrIdx="165"/>
  <p:cmAuthor id="167" name="未知用户57" initials="未" lastIdx="0" clrIdx="166"/>
  <p:cmAuthor id="168" name="群智集" initials="群" lastIdx="0" clrIdx="167"/>
  <p:cmAuthor id="169" name="未知用户58" initials="未" lastIdx="0" clrIdx="168"/>
  <p:cmAuthor id="170" name="郏 鹏" initials="郏" lastIdx="0" clrIdx="169"/>
  <p:cmAuthor id="171" name="未知用户59" initials="未" lastIdx="0" clrIdx="170"/>
  <p:cmAuthor id="172" name="郏鹏" initials="M" lastIdx="0" clrIdx="171"/>
  <p:cmAuthor id="173" name="光启" initials="光" lastIdx="0" clrIdx="172"/>
  <p:cmAuthor id="174" name="侯雪飞" initials="侯" lastIdx="0" clrIdx="173"/>
  <p:cmAuthor id="175" name="太海峰" initials="太" lastIdx="0" clrIdx="174"/>
  <p:cmAuthor id="176" name="hk z" initials="hz" lastIdx="0" clrIdx="175"/>
  <p:cmAuthor id="177" name="未知用户108" initials="" lastIdx="0" clrIdx="176"/>
  <p:cmAuthor id="178" name="吕姗" initials="吕" lastIdx="0" clrIdx="177"/>
  <p:cmAuthor id="179" name="linyd" initials="" lastIdx="0" clrIdx="178"/>
  <p:cmAuthor id="180" name="未知的使用者31" initials="" lastIdx="0" clrIdx="179"/>
  <p:cmAuthor id="181" name="未知用户81" initials="" lastIdx="0" clrIdx="180"/>
  <p:cmAuthor id="182" name="未知用户115" initials="" lastIdx="0" clrIdx="181"/>
  <p:cmAuthor id="183" name="未知的使用者68" initials="" lastIdx="0" clrIdx="182"/>
  <p:cmAuthor id="184" name="mm" initials="" lastIdx="0" clrIdx="183"/>
  <p:cmAuthor id="185" name="朱晓瑜" initials="" lastIdx="0" clrIdx="184"/>
  <p:cmAuthor id="186" name="不明使用者20" initials="" lastIdx="0" clrIdx="185"/>
  <p:cmAuthor id="187" name="未知用户82" initials="" lastIdx="0" clrIdx="186"/>
  <p:cmAuthor id="188" name="未知的使用者7" initials="" lastIdx="0" clrIdx="187"/>
  <p:cmAuthor id="189" name="未知的使用者55" initials="" lastIdx="0" clrIdx="188"/>
  <p:cmAuthor id="190" name="未知的使用者111" initials="" lastIdx="0" clrIdx="189"/>
  <p:cmAuthor id="191" name="未知的使用者50" initials="" lastIdx="0" clrIdx="190"/>
  <p:cmAuthor id="192" name="未知的使用者11" initials="" lastIdx="0" clrIdx="191"/>
  <p:cmAuthor id="193" name="小延魔法师" initials="小" lastIdx="0" clrIdx="192"/>
  <p:cmAuthor id="194" name="HP Inc." initials="HI" lastIdx="0" clrIdx="193"/>
  <p:cmAuthor id="195" name="未知用户106" initials="未" lastIdx="0" clrIdx="194"/>
  <p:cmAuthor id="196" name="admin" initials="a" lastIdx="0" clrIdx="195"/>
  <p:cmAuthor id="197" name="未知用户116" initials="" lastIdx="0" clrIdx="196"/>
  <p:cmAuthor id="198" name="18329053695@139.com" initials="1" lastIdx="0" clrIdx="197"/>
  <p:cmAuthor id="199" name="未知的使用者150" initials="未" lastIdx="0" clrIdx="198"/>
  <p:cmAuthor id="200" name="未知的使用者69" initials="" lastIdx="0" clrIdx="199"/>
  <p:cmAuthor id="201" name="未知的使用者112" initials="" lastIdx="0" clrIdx="200"/>
  <p:cmAuthor id="202" name="Kevin Hu" initials="" lastIdx="0" clrIdx="201"/>
  <p:cmAuthor id="203" name="唐可欣" initials="" lastIdx="0" clrIdx="202"/>
  <p:cmAuthor id="204" name="tonghailan" initials="t" lastIdx="0" clrIdx="203"/>
  <p:cmAuthor id="205" name="未知的使用者8" initials="" lastIdx="0" clrIdx="204"/>
  <p:cmAuthor id="206" name="不明使用者56" initials="" lastIdx="0" clrIdx="205"/>
  <p:cmAuthor id="207" name="P00035_jeremy" initials="" lastIdx="0" clrIdx="206"/>
  <p:cmAuthor id="208" name="Unknown User7" initials="" lastIdx="0" clrIdx="207"/>
  <p:cmAuthor id="209" name="muzi wei" initials="" lastIdx="0" clrIdx="208"/>
  <p:cmAuthor id="210" name="未知的使用者41" initials="" lastIdx="0" clrIdx="209"/>
  <p:cmAuthor id="211" name="未知的使用者13" initials="" lastIdx="0" clrIdx="210"/>
  <p:cmAuthor id="212" name="djj" initials="" lastIdx="0" clrIdx="211"/>
  <p:cmAuthor id="213" name="未知用户117" initials="" lastIdx="0" clrIdx="212"/>
  <p:cmAuthor id="214" name="未知用户13" initials="" lastIdx="0" clrIdx="213"/>
  <p:cmAuthor id="215" name="不明使用者21" initials="" lastIdx="0" clrIdx="214"/>
  <p:cmAuthor id="216" name="YUMINGNJ" initials="" lastIdx="0" clrIdx="215"/>
  <p:cmAuthor id="217" name="未知的使用者52" initials="" lastIdx="0" clrIdx="216"/>
  <p:cmAuthor id="218" name="未知用户109" initials="" lastIdx="0" clrIdx="217"/>
  <p:cmAuthor id="219" name="Unknown User117" initials="U" lastIdx="0" clrIdx="218"/>
  <p:cmAuthor id="220" name="thomas" initials="" lastIdx="0" clrIdx="219"/>
  <p:cmAuthor id="221" name="未知的使用者3" initials="" lastIdx="0" clrIdx="220"/>
  <p:cmAuthor id="222" name="Unknown User65" initials="U" lastIdx="0" clrIdx="221"/>
  <p:cmAuthor id="223" name="未知用户98" initials="" lastIdx="0" clrIdx="222"/>
  <p:cmAuthor id="224" name="未知用户83" initials="" lastIdx="0" clrIdx="223"/>
  <p:cmAuthor id="225" name="未知用户61" initials="" lastIdx="0" clrIdx="224"/>
  <p:cmAuthor id="226" name="張秀娟" initials="" lastIdx="0" clrIdx="225"/>
  <p:cmAuthor id="227" name="Jason Wang" initials="" lastIdx="0" clrIdx="226"/>
  <p:cmAuthor id="228" name="不明使用者18" initials="" lastIdx="0" clrIdx="227"/>
  <p:cmAuthor id="229" name="未知的使用者72" initials="" lastIdx="0" clrIdx="228"/>
  <p:cmAuthor id="230" name="未知的使用者48" initials="" lastIdx="0" clrIdx="229"/>
  <p:cmAuthor id="231" name="未知的使用者104" initials="" lastIdx="0" clrIdx="230"/>
  <p:cmAuthor id="232" name="未知用户60" initials="" lastIdx="0" clrIdx="231"/>
  <p:cmAuthor id="233" name="未知的使用者39" initials="未" lastIdx="0" clrIdx="232"/>
  <p:cmAuthor id="234" name="Shawna Strickland" initials="" lastIdx="0" clrIdx="233"/>
  <p:cmAuthor id="235" name="未知的使用者36" initials="" lastIdx="0" clrIdx="234"/>
  <p:cmAuthor id="236" name="Daniel Wuu" initials="" lastIdx="0" clrIdx="235"/>
  <p:cmAuthor id="237" name="未知的使用者14" initials="" lastIdx="0" clrIdx="236"/>
  <p:cmAuthor id="238" name="Ashley Eberenz" initials="" lastIdx="0" clrIdx="237"/>
  <p:cmAuthor id="239" name="不明使用者19" initials="" lastIdx="0" clrIdx="238"/>
  <p:cmAuthor id="240" name="qiantong" initials="" lastIdx="0" clrIdx="239"/>
  <p:cmAuthor id="241" name="未知的使用者74" initials="" lastIdx="0" clrIdx="240"/>
  <p:cmAuthor id="242" name="未知的使用者23" initials="" lastIdx="0" clrIdx="241"/>
  <p:cmAuthor id="243" name="未知的使用者1" initials="" lastIdx="0" clrIdx="242"/>
  <p:cmAuthor id="244" name="116304" initials="" lastIdx="0" clrIdx="243"/>
  <p:cmAuthor id="245" name="未知用户31" initials="未" lastIdx="0" clrIdx="244"/>
  <p:cmAuthor id="246" name="R affer" initials="" lastIdx="0" clrIdx="245"/>
  <p:cmAuthor id="247" name="黄晓平" initials="黄" lastIdx="0" clrIdx="246"/>
  <p:cmAuthor id="248" name="qihua-DCMS" initials="" lastIdx="0" clrIdx="247"/>
  <p:cmAuthor id="249" name="徐琳00159163" initials="徐琳00159163" lastIdx="0" clrIdx="248"/>
  <p:cmAuthor id="250" name="张静_Anua7Nne" initials="authorId_935319063" lastIdx="0" clrIdx="249"/>
  <p:cmAuthor id="251" name="未知的使用者95" initials="" lastIdx="0" clrIdx="250"/>
  <p:cmAuthor id="252" name="未知的使用者32" initials="" lastIdx="0" clrIdx="251"/>
  <p:cmAuthor id="253" name="未知的使用者49" initials="" lastIdx="0" clrIdx="252"/>
  <p:cmAuthor id="254" name="Unknown User26" initials="U" lastIdx="0" clrIdx="253"/>
  <p:cmAuthor id="255" name="yuexuejun" initials="" lastIdx="0" clrIdx="254"/>
  <p:cmAuthor id="256" name="未知的使用者71" initials="" lastIdx="0" clrIdx="255"/>
  <p:cmAuthor id="257" name="未知的使用者105" initials="" lastIdx="0" clrIdx="256"/>
  <p:cmAuthor id="258" name="Unknown User70" initials="" lastIdx="0" clrIdx="257"/>
  <p:cmAuthor id="259" name="clinchen" initials="" lastIdx="0" clrIdx="258"/>
  <p:cmAuthor id="260" name="hanjuncompany" initials="" lastIdx="0" clrIdx="259"/>
  <p:cmAuthor id="261" name="kathy chen" initials="" lastIdx="0" clrIdx="260"/>
  <p:cmAuthor id="262" name="未知的使用者63" initials="" lastIdx="0" clrIdx="261"/>
  <p:cmAuthor id="263" name="未知的使用者64" initials="" lastIdx="0" clrIdx="262"/>
  <p:cmAuthor id="264" name="未知的使用者47" initials="" lastIdx="0" clrIdx="263"/>
  <p:cmAuthor id="265" name="未知的使用者60" initials="" lastIdx="0" clrIdx="264"/>
  <p:cmAuthor id="266" name="未知的使用者59" initials="" lastIdx="0" clrIdx="265"/>
  <p:cmAuthor id="267" name="未知的使用者54" initials="" lastIdx="0" clrIdx="266"/>
  <p:cmAuthor id="268" name="未知的使用者66" initials="" lastIdx="0" clrIdx="267"/>
  <p:cmAuthor id="269" name="未知的使用者65" initials="" lastIdx="0" clrIdx="268"/>
  <p:cmAuthor id="270" name="未知的使用者106" initials="" lastIdx="0" clrIdx="269"/>
  <p:cmAuthor id="271" name="未知的使用者107" initials="" lastIdx="0" clrIdx="270"/>
  <p:cmAuthor id="272" name="未知的使用者108" initials="" lastIdx="0" clrIdx="271"/>
  <p:cmAuthor id="273" name="未知的使用者86" initials="" lastIdx="0" clrIdx="272"/>
  <p:cmAuthor id="274" name="未知的使用者116" initials="" lastIdx="0" clrIdx="273"/>
  <p:cmAuthor id="275" name="未知的使用者44" initials="" lastIdx="0" clrIdx="274"/>
  <p:cmAuthor id="276" name="未知的使用者37" initials="" lastIdx="0" clrIdx="275"/>
  <p:cmAuthor id="277" name="未知的使用者126" initials="" lastIdx="0" clrIdx="276"/>
  <p:cmAuthor id="278" name="未知的使用者127" initials="" lastIdx="0" clrIdx="277"/>
  <p:cmAuthor id="279" name="未知的使用者128" initials="" lastIdx="0" clrIdx="278"/>
  <p:cmAuthor id="280" name="未知的使用者124" initials="" lastIdx="0" clrIdx="279"/>
  <p:cmAuthor id="281" name="未知的使用者125" initials="" lastIdx="0" clrIdx="280"/>
  <p:cmAuthor id="282" name="Sara Chen" initials="" lastIdx="0" clrIdx="281"/>
  <p:cmAuthor id="283" name="huang gerrard" initials="" lastIdx="0" clrIdx="282"/>
  <p:cmAuthor id="284" name="未知用户170" initials="" lastIdx="0" clrIdx="283"/>
  <p:cmAuthor id="285" name="未知用户171" initials="" lastIdx="0" clrIdx="284"/>
  <p:cmAuthor id="286" name="未知用户172" initials="" lastIdx="0" clrIdx="285"/>
  <p:cmAuthor id="287" name="未知用户173" initials="" lastIdx="0" clrIdx="286"/>
  <p:cmAuthor id="288" name="未知用户149" initials="" lastIdx="0" clrIdx="287"/>
  <p:cmAuthor id="289" name="未知用户150" initials="" lastIdx="0" clrIdx="288"/>
  <p:cmAuthor id="290" name="未知用户151" initials="" lastIdx="0" clrIdx="289"/>
  <p:cmAuthor id="291" name="未知用户152" initials="" lastIdx="0" clrIdx="290"/>
  <p:cmAuthor id="292" name="未知用户153" initials="" lastIdx="0" clrIdx="291"/>
  <p:cmAuthor id="293" name="未知用户154" initials="" lastIdx="0" clrIdx="292"/>
  <p:cmAuthor id="294" name="未知用户155" initials="" lastIdx="0" clrIdx="293"/>
  <p:cmAuthor id="295" name="未知用户41" initials="" lastIdx="0" clrIdx="294"/>
  <p:cmAuthor id="296" name="未知用户44" initials="" lastIdx="0" clrIdx="295"/>
  <p:cmAuthor id="297" name="未知用户45" initials="" lastIdx="0" clrIdx="296"/>
  <p:cmAuthor id="298" name="未知用户156" initials="" lastIdx="0" clrIdx="297"/>
  <p:cmAuthor id="299" name="未知用户64" initials="" lastIdx="0" clrIdx="298"/>
  <p:cmAuthor id="300" name="未知用户65" initials="" lastIdx="0" clrIdx="299"/>
  <p:cmAuthor id="301" name="未知用户68" initials="" lastIdx="0" clrIdx="300"/>
  <p:cmAuthor id="302" name="未知用户69" initials="" lastIdx="0" clrIdx="301"/>
  <p:cmAuthor id="303" name="未知用户70" initials="" lastIdx="0" clrIdx="302"/>
  <p:cmAuthor id="304" name="未知用户71" initials="" lastIdx="0" clrIdx="303"/>
  <p:cmAuthor id="305" name="未知用户72" initials="" lastIdx="0" clrIdx="304"/>
  <p:cmAuthor id="306" name="未知用户73" initials="" lastIdx="0" clrIdx="305"/>
  <p:cmAuthor id="307" name="MA15" initials="" lastIdx="0" clrIdx="306"/>
  <p:cmAuthor id="308" name="未知用户96" initials="" lastIdx="0" clrIdx="307"/>
  <p:cmAuthor id="309" name="未知用户97" initials="" lastIdx="0" clrIdx="308"/>
  <p:cmAuthor id="310" name="未知用户40" initials="" lastIdx="0" clrIdx="309"/>
  <p:cmAuthor id="311" name="未知用户100" initials="" lastIdx="0" clrIdx="310"/>
  <p:cmAuthor id="312" name="未知用户101" initials="" lastIdx="0" clrIdx="311"/>
  <p:cmAuthor id="313" name="未知用户32" initials="" lastIdx="0" clrIdx="312"/>
  <p:cmAuthor id="314" name="未知用户33" initials="" lastIdx="0" clrIdx="313"/>
  <p:cmAuthor id="315" name="未知用户34" initials="" lastIdx="0" clrIdx="314"/>
  <p:cmAuthor id="316" name="未知的使用者109" initials="" lastIdx="0" clrIdx="315"/>
  <p:cmAuthor id="317" name="未知的使用者122" initials="" lastIdx="0" clrIdx="316"/>
  <p:cmAuthor id="318" name="未知的使用者123" initials="" lastIdx="0" clrIdx="317"/>
  <p:cmAuthor id="319" name="未知用户93" initials="" lastIdx="0" clrIdx="318"/>
  <p:cmAuthor id="320" name="未知用户90" initials="" lastIdx="0" clrIdx="319"/>
  <p:cmAuthor id="321" name="未知用户91" initials="" lastIdx="0" clrIdx="320"/>
  <p:cmAuthor id="322" name="未知用户92" initials="" lastIdx="0" clrIdx="321"/>
  <p:cmAuthor id="323" name="未知用户74" initials="" lastIdx="0" clrIdx="322"/>
  <p:cmAuthor id="324" name="未知用户75" initials="" lastIdx="0" clrIdx="323"/>
  <p:cmAuthor id="325" name="未知用户76" initials="" lastIdx="0" clrIdx="324"/>
  <p:cmAuthor id="326" name="未知用户77" initials="" lastIdx="0" clrIdx="325"/>
  <p:cmAuthor id="327" name="未知用户78" initials="" lastIdx="0" clrIdx="326"/>
  <p:cmAuthor id="328" name="未知用户79" initials="" lastIdx="0" clrIdx="3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5"/>
            <a:ext cx="527381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9000" y="116632"/>
            <a:ext cx="10177131" cy="494928"/>
          </a:xfrm>
        </p:spPr>
        <p:txBody>
          <a:bodyPr>
            <a:noAutofit/>
          </a:bodyPr>
          <a:lstStyle>
            <a:lvl1pPr algn="l"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Segoe UI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WPS_1656053924</cp:lastModifiedBy>
  <cp:revision>158</cp:revision>
  <dcterms:created xsi:type="dcterms:W3CDTF">2019-06-19T02:08:00Z</dcterms:created>
  <dcterms:modified xsi:type="dcterms:W3CDTF">2026-08-25T09:00:03Z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B8EAE21144F142B7BD5645DF98E5C1A7_11</vt:lpwstr>
  </property>
</Properties>
</file>